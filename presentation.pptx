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C0CAF5"/>
                </a:solidFill>
                <a:latin typeface="Trebuchet MS"/>
              </a:defRPr>
            </a:pPr>
            <a:r>
              <a:rPr sz="1800" b="0" i="0" u="none" strike="noStrike">
                <a:solidFill>
                  <a:srgbClr val="C0CAF5"/>
                </a:solidFill>
                <a:latin typeface="Trebuchet MS"/>
              </a:rPr>
              <a:t>Minuti per creare 10 slide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Minuti per creare 10 slide</c:v>
                </c:pt>
              </c:strCache>
            </c:strRef>
          </c:tx>
          <c:spPr>
            <a:solidFill>
              <a:srgbClr val="7AA2F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aa2f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dcff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b9af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PowerPoint</c:v>
                  </c:pt>
                  <c:pt idx="1">
                    <c:v>Canva</c:v>
                  </c:pt>
                  <c:pt idx="2">
                    <c:v>Yumia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90</c:v>
                </c:pt>
                <c:pt idx="1">
                  <c:v>60</c:v>
                </c:pt>
                <c:pt idx="2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565F8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Ciao a tutti e benvenuti! Sono Biagio Scaglia del corso di Web Dev (classe 25726).
Oggi vi presento Yumia, uno strumento pensato per rivoluzionare il modo in cui creiamo le nostre slide e presentazioni.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Tutti noi abbiamo usato programmi come PowerPoint o Canva. Spesso passiamo ore a spostare caselle di testo col mouse, cercare di allineare i box e sistemare i colori.
Per noi sviluppatori questo è noioso e ci fa perdere un sacco di tempo utile.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L'idea di Yumia è semplicissima: dividere il testo dalla grafica.
Noi ci concentriamo solo su cosa vogliamo comunicare, mentre il programma si occupa di allineare tutto, scegliere i colori giusti e rendere le slide bellissime in automatico.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funzionamento è intuitivo:
1. Apriamo il nostro editor preferito e scriviamo il contenuto in un semplice file di testo;
2. Yumia calcola gli spazi, i contrasti e i margini;
3. In un secondo la presentazione è pronta per essere proiettata o condivisa.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Uno dei vantaggi più grandi: scriviamo il testo una volta sola e Yumia può creare:
1) Una pagina web interattiva per presentare direttamente dal browser;
2) Un vero file PowerPoint con testi modificabili;
3) Un PDF pronto per essere stampato o inviato come dispensa.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Questo è un vero esempio di codice Yumia.
Come potete notare, è chiarissimo: abbiamo una slide, un titolo Hero e una griglia con tre numeri evidenziati.
Non ci sono tag complicati, parentesi difficili o stili da memorizzare.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Yumia mette a disposizione tutti i mattoncini utili: schede colorate, numeri in evidenza, confronti visivi, grafici e migliaia di icone già integrate.
Non c'è bisogno di scaricare immagini o ritagliare icone da internet.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Proprio come quando scriviamo su Word c'è il correttore ortografico, in Yumia c'è un controllore visivo.
Se esageriamo con il testo o scegliamo colori difficili da leggere per il pubblico, Yumia ci suggerisce subito come migliorare la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Oggi usiamo spesso l'Intelligenza Artificiale per aiutarci a creare contenuti.
Se chiediamo all'AI di fare una pagina web con slide, spesso la grafica si rompe.
Con Yumia, l'AI deve solo scrivere frasi semplici: ci pensa poi Yumia a posizionare tutto con ordine e armonia.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questa slide vediamo un grafico a barre che mette a confronto il tempo necessario per realizzare 10 slide:
con PowerPoint o Canva si perdono tra i 60 e i 90 minuti per allineare forme e caselle, mentre con Yumia bastano appena 5 minuti di scrittura.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progetto è in continua evoluzione.
Nella roadmap futura prevediamo tre fasi: nuovi temi grafici, collaborazione live tra compagni di gruppo e anteprima istantanea in tempo reale.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Siamo arrivati alla fine della presentazione!
Grazie mille a tutti per l'attenzione. Se avete domande, dubbi o curiosità su Yumia e su come funziona, sono felice di rispondervi!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0-1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15104" y="479552"/>
            <a:ext cx="2761488" cy="237744"/>
          </a:xfrm>
          <a:prstGeom prst="roundRect">
            <a:avLst>
              <a:gd name="adj" fmla="val 61538"/>
            </a:avLst>
          </a:prstGeom>
          <a:solidFill>
            <a:srgbClr val="24283B"/>
          </a:solidFill>
          <a:ln w="19050">
            <a:solidFill>
              <a:srgbClr val="7AA2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715104" y="479552"/>
            <a:ext cx="2761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PRESENTAZIONE PROGETTO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06390" y="808736"/>
            <a:ext cx="1137891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06390" y="1247648"/>
            <a:ext cx="11378916" cy="239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65F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Creare presentazioni belle e veloci partendo dal semplice testo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6390" y="1701800"/>
            <a:ext cx="3708307" cy="1016000"/>
          </a:xfrm>
          <a:prstGeom prst="roundRect">
            <a:avLst>
              <a:gd name="adj" fmla="val 7200"/>
            </a:avLst>
          </a:prstGeom>
          <a:solidFill>
            <a:srgbClr val="24283B"/>
          </a:solidFill>
          <a:ln w="19050">
            <a:solidFill>
              <a:srgbClr val="7AA2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7830" y="1793240"/>
            <a:ext cx="35254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65F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FILE DI TESTO SORGENTE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7830" y="2012696"/>
            <a:ext cx="3525427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97830" y="2433320"/>
            <a:ext cx="35254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768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fatica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41694" y="1701800"/>
            <a:ext cx="3708307" cy="1016000"/>
          </a:xfrm>
          <a:prstGeom prst="roundRect">
            <a:avLst>
              <a:gd name="adj" fmla="val 7200"/>
            </a:avLst>
          </a:prstGeom>
          <a:solidFill>
            <a:srgbClr val="24283B"/>
          </a:solidFill>
          <a:ln w="19050">
            <a:solidFill>
              <a:srgbClr val="7DC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33134" y="1793240"/>
            <a:ext cx="35254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65F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FORMATI (WEB, PPTX, PDF)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33134" y="2012696"/>
            <a:ext cx="3525427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DC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333134" y="2433320"/>
            <a:ext cx="35254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768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1 secondo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76998" y="1701800"/>
            <a:ext cx="3708307" cy="1016000"/>
          </a:xfrm>
          <a:prstGeom prst="roundRect">
            <a:avLst>
              <a:gd name="adj" fmla="val 7200"/>
            </a:avLst>
          </a:prstGeom>
          <a:solidFill>
            <a:srgbClr val="24283B"/>
          </a:solidFill>
          <a:ln w="19050">
            <a:solidFill>
              <a:srgbClr val="9ECE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68438" y="1793240"/>
            <a:ext cx="35254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65F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LAYOUT E DESIGN GARANTITI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168438" y="2012696"/>
            <a:ext cx="3525427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ECE6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168438" y="2433320"/>
            <a:ext cx="35254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768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disallineamenti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5F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Problema: Creare Slide è Lento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Cosa non funziona nei programmi tradizionali come PowerPoint o Canva?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5460858" cy="2463800"/>
          </a:xfrm>
          <a:prstGeom prst="roundRect">
            <a:avLst>
              <a:gd name="adj" fmla="val 3711"/>
            </a:avLst>
          </a:prstGeom>
          <a:solidFill>
            <a:srgbClr val="24283B"/>
          </a:solidFill>
          <a:ln w="19050">
            <a:solidFill>
              <a:srgbClr val="2F35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3550" y="2156460"/>
            <a:ext cx="51865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Come facciamo oggi le slide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24448" y="2019300"/>
            <a:ext cx="5460858" cy="2463800"/>
          </a:xfrm>
          <a:prstGeom prst="roundRect">
            <a:avLst>
              <a:gd name="adj" fmla="val 3711"/>
            </a:avLst>
          </a:prstGeom>
          <a:solidFill>
            <a:srgbClr val="24283B"/>
          </a:solidFill>
          <a:ln w="19050">
            <a:solidFill>
              <a:srgbClr val="2F35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61608" y="2156460"/>
            <a:ext cx="51865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problemi di tutti i giorni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03824" y="3059176"/>
            <a:ext cx="384048" cy="384048"/>
          </a:xfrm>
          <a:prstGeom prst="ellipse">
            <a:avLst/>
          </a:prstGeom>
          <a:solidFill>
            <a:srgbClr val="24283B"/>
          </a:solidFill>
          <a:ln w="19050">
            <a:solidFill>
              <a:srgbClr val="7AA2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03824" y="3059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781477" y="2552700"/>
            <a:ext cx="2761488" cy="330200"/>
          </a:xfrm>
          <a:prstGeom prst="roundRect">
            <a:avLst>
              <a:gd name="adj" fmla="val 41538"/>
            </a:avLst>
          </a:prstGeom>
          <a:solidFill>
            <a:srgbClr val="24283B"/>
          </a:solidFill>
          <a:ln w="19050">
            <a:solidFill>
              <a:srgbClr val="E0AF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81477" y="2552700"/>
            <a:ext cx="2761488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AF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PROGRAMMI TRADIZIONALI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4185" y="29718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Trasciniamo caselle e forme col mouse per ore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84185" y="33274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 titoli e i margini non sono mai dritti uguali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84185" y="36830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Cambiare un colore richiede di rifare ogni slide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84185" y="40386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File pesanti che non si possono gestire facilmente col codice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99606" y="2552700"/>
            <a:ext cx="2459736" cy="330200"/>
          </a:xfrm>
          <a:prstGeom prst="roundRect">
            <a:avLst>
              <a:gd name="adj" fmla="val 41538"/>
            </a:avLst>
          </a:prstGeom>
          <a:solidFill>
            <a:srgbClr val="24283B"/>
          </a:solidFill>
          <a:ln w="19050">
            <a:solidFill>
              <a:srgbClr val="F7768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99606" y="2552700"/>
            <a:ext cx="2459736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7768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PERCHÉ È FRUSTRANTE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51439" y="29718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Perdiamo più tempo sulla grafica che sulle idee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51439" y="33274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Il risultato spesso non sembra professionale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51439" y="36830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Difficile collaborare o riutilizzare il lavoro già fatto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51439" y="40386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Le intelligenze artificiali faticano a creare slide grafiche corrette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5F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Soluzione: Cos'è Yumia?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Scrivi solo il testo, alla grafica ci pensa il computer!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5376538" cy="1670050"/>
          </a:xfrm>
          <a:prstGeom prst="roundRect">
            <a:avLst>
              <a:gd name="adj" fmla="val 4380"/>
            </a:avLst>
          </a:prstGeom>
          <a:solidFill>
            <a:srgbClr val="24283B"/>
          </a:solidFill>
          <a:ln w="19050">
            <a:solidFill>
              <a:srgbClr val="7AA2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1596898"/>
          </a:xfrm>
          <a:prstGeom prst="roundRect">
            <a:avLst>
              <a:gd name="adj" fmla="val 50000"/>
            </a:avLst>
          </a:prstGeom>
          <a:solidFill>
            <a:srgbClr val="7AA2F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558" y="214731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81878" y="2129028"/>
            <a:ext cx="46724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Separazione Intelligente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84185" y="2552700"/>
            <a:ext cx="5020946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 scrivi solo le idee e i concetti in un semplice file di testo, come se prendessi appunti veloci.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814499" y="3105150"/>
            <a:ext cx="2560320" cy="330200"/>
          </a:xfrm>
          <a:prstGeom prst="roundRect">
            <a:avLst>
              <a:gd name="adj" fmla="val 41538"/>
            </a:avLst>
          </a:prstGeom>
          <a:solidFill>
            <a:srgbClr val="24283B"/>
          </a:solidFill>
          <a:ln w="19050">
            <a:solidFill>
              <a:srgbClr val="7DC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814499" y="3105150"/>
            <a:ext cx="2560320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DC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SEMPLICE DA SCRIVERE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60723" y="2019300"/>
            <a:ext cx="5824582" cy="1670050"/>
          </a:xfrm>
          <a:prstGeom prst="roundRect">
            <a:avLst>
              <a:gd name="adj" fmla="val 4380"/>
            </a:avLst>
          </a:prstGeom>
          <a:solidFill>
            <a:srgbClr val="24283B"/>
          </a:solidFill>
          <a:ln w="19050">
            <a:solidFill>
              <a:srgbClr val="7DC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79011" y="2055876"/>
            <a:ext cx="54864" cy="1596898"/>
          </a:xfrm>
          <a:prstGeom prst="roundRect">
            <a:avLst>
              <a:gd name="adj" fmla="val 50000"/>
            </a:avLst>
          </a:prstGeom>
          <a:solidFill>
            <a:srgbClr val="7DCF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1891" y="2147316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36211" y="2129028"/>
            <a:ext cx="512049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C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Composizione Automatica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138519" y="2552700"/>
            <a:ext cx="5468991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Yumia posiziona automaticamente i blocchi, calcola i margini e sceglie i colori più armoniosi.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7794022" y="3105150"/>
            <a:ext cx="2157984" cy="330200"/>
          </a:xfrm>
          <a:prstGeom prst="roundRect">
            <a:avLst>
              <a:gd name="adj" fmla="val 41538"/>
            </a:avLst>
          </a:prstGeom>
          <a:solidFill>
            <a:srgbClr val="24283B"/>
          </a:solidFill>
          <a:ln w="19050">
            <a:solidFill>
              <a:srgbClr val="9ECE6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794022" y="3105150"/>
            <a:ext cx="2157984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ECE6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GARANTITO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406390" y="3867150"/>
            <a:ext cx="11378916" cy="774700"/>
          </a:xfrm>
          <a:prstGeom prst="roundRect">
            <a:avLst>
              <a:gd name="adj" fmla="val 9443"/>
            </a:avLst>
          </a:prstGeom>
          <a:solidFill>
            <a:srgbClr val="24283B"/>
          </a:solidFill>
          <a:ln w="25400">
            <a:solidFill>
              <a:srgbClr val="7DCFF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270" y="4013454"/>
            <a:ext cx="201168" cy="20116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5302" y="4013454"/>
            <a:ext cx="107571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DC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L'idea chiave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589270" y="4342638"/>
            <a:ext cx="1101315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 diciamo dove mettere ogni singolo pixel: diciamo solo cosa vogliamo mostrare e Yumia trova il modo migliore per disegnarlo.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5F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Come Funziona in Pratica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percorso semplice e diretto in 3 passaggi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06390" y="2019300"/>
            <a:ext cx="113789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percorso da testo a presentazione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878829" y="2800604"/>
            <a:ext cx="240400" cy="9144"/>
          </a:xfrm>
          <a:prstGeom prst="line">
            <a:avLst/>
          </a:prstGeom>
          <a:noFill/>
          <a:ln w="25400">
            <a:solidFill>
              <a:srgbClr val="7DC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9228" y="2800604"/>
            <a:ext cx="9144" cy="9144"/>
          </a:xfrm>
          <a:prstGeom prst="line">
            <a:avLst/>
          </a:prstGeom>
          <a:noFill/>
          <a:ln w="25400">
            <a:solidFill>
              <a:srgbClr val="7DC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9228" y="2800604"/>
            <a:ext cx="240400" cy="9144"/>
          </a:xfrm>
          <a:prstGeom prst="line">
            <a:avLst/>
          </a:prstGeom>
          <a:noFill/>
          <a:ln w="25400">
            <a:solidFill>
              <a:srgbClr val="7DCFF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832067" y="2800604"/>
            <a:ext cx="240400" cy="9144"/>
          </a:xfrm>
          <a:prstGeom prst="line">
            <a:avLst/>
          </a:prstGeom>
          <a:noFill/>
          <a:ln w="25400">
            <a:solidFill>
              <a:srgbClr val="7DC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72467" y="2800604"/>
            <a:ext cx="9144" cy="9144"/>
          </a:xfrm>
          <a:prstGeom prst="line">
            <a:avLst/>
          </a:prstGeom>
          <a:noFill/>
          <a:ln w="25400">
            <a:solidFill>
              <a:srgbClr val="7DC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72467" y="2800604"/>
            <a:ext cx="240400" cy="9144"/>
          </a:xfrm>
          <a:prstGeom prst="line">
            <a:avLst/>
          </a:prstGeom>
          <a:noFill/>
          <a:ln w="25400">
            <a:solidFill>
              <a:srgbClr val="7DCFF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06390" y="2533493"/>
            <a:ext cx="3472439" cy="534221"/>
          </a:xfrm>
          <a:prstGeom prst="roundRect">
            <a:avLst>
              <a:gd name="adj" fmla="val 13693"/>
            </a:avLst>
          </a:prstGeom>
          <a:solidFill>
            <a:srgbClr val="24283B"/>
          </a:solidFill>
          <a:ln w="25400">
            <a:solidFill>
              <a:srgbClr val="7AA2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9542" y="2588357"/>
            <a:ext cx="3326135" cy="424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Scrivi il Testo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59628" y="2533493"/>
            <a:ext cx="3472439" cy="534221"/>
          </a:xfrm>
          <a:prstGeom prst="roundRect">
            <a:avLst>
              <a:gd name="adj" fmla="val 13693"/>
            </a:avLst>
          </a:prstGeom>
          <a:solidFill>
            <a:srgbClr val="24283B"/>
          </a:solidFill>
          <a:ln w="25400">
            <a:solidFill>
              <a:srgbClr val="7DC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2780" y="2588357"/>
            <a:ext cx="3326135" cy="424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Yumia Organizza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312866" y="2533493"/>
            <a:ext cx="3472439" cy="534221"/>
          </a:xfrm>
          <a:prstGeom prst="roundRect">
            <a:avLst>
              <a:gd name="adj" fmla="val 13693"/>
            </a:avLst>
          </a:prstGeom>
          <a:solidFill>
            <a:srgbClr val="24283B"/>
          </a:solidFill>
          <a:ln w="25400">
            <a:solidFill>
              <a:srgbClr val="9ECE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86018" y="2588357"/>
            <a:ext cx="3326135" cy="424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Presentazione Pronta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06390" y="3467100"/>
            <a:ext cx="11378916" cy="774700"/>
          </a:xfrm>
          <a:prstGeom prst="roundRect">
            <a:avLst>
              <a:gd name="adj" fmla="val 9443"/>
            </a:avLst>
          </a:prstGeom>
          <a:solidFill>
            <a:srgbClr val="24283B"/>
          </a:solidFill>
          <a:ln w="25400">
            <a:solidFill>
              <a:srgbClr val="9ECE6A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270" y="3613404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845302" y="3613404"/>
            <a:ext cx="107571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CE6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Facile e veloce per tutti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89270" y="3942588"/>
            <a:ext cx="1101315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 serve essere grafici o esperti di design: basta scrivere poche righe per ottenere un lavoro pulito ed elegante.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5F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Solo File, Tre Formati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 una sola pagina di testo ottieni subito 3 risultati diversi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3725240" cy="1727200"/>
          </a:xfrm>
          <a:prstGeom prst="roundRect">
            <a:avLst>
              <a:gd name="adj" fmla="val 4235"/>
            </a:avLst>
          </a:prstGeom>
          <a:solidFill>
            <a:srgbClr val="24283B"/>
          </a:solidFill>
          <a:ln w="19050">
            <a:solidFill>
              <a:srgbClr val="7AA2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1654048"/>
          </a:xfrm>
          <a:prstGeom prst="roundRect">
            <a:avLst>
              <a:gd name="adj" fmla="val 50000"/>
            </a:avLst>
          </a:prstGeom>
          <a:solidFill>
            <a:srgbClr val="7AA2F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558" y="214731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81878" y="21290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Sito Web Interattivo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84185" y="255270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Si apre direttamente nel browser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84185" y="288925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Navigazione con frecce da tastiera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84185" y="322580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Schermo intero e vista note per chi parla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233228" y="2019300"/>
            <a:ext cx="3725240" cy="1727200"/>
          </a:xfrm>
          <a:prstGeom prst="roundRect">
            <a:avLst>
              <a:gd name="adj" fmla="val 4235"/>
            </a:avLst>
          </a:prstGeom>
          <a:solidFill>
            <a:srgbClr val="24283B"/>
          </a:solidFill>
          <a:ln w="19050">
            <a:solidFill>
              <a:srgbClr val="7DC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251516" y="2055876"/>
            <a:ext cx="54864" cy="1654048"/>
          </a:xfrm>
          <a:prstGeom prst="roundRect">
            <a:avLst>
              <a:gd name="adj" fmla="val 50000"/>
            </a:avLst>
          </a:prstGeom>
          <a:solidFill>
            <a:srgbClr val="7DCF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396" y="2147316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08716" y="21290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C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PowerPoint (.pptx)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411023" y="255270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File standard di PowerPoint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4411023" y="288925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Caselle di testo e forme modificabili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4411023" y="322580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Perfetto per colleghi o clienti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8060065" y="2019300"/>
            <a:ext cx="3725240" cy="1727200"/>
          </a:xfrm>
          <a:prstGeom prst="roundRect">
            <a:avLst>
              <a:gd name="adj" fmla="val 4235"/>
            </a:avLst>
          </a:prstGeom>
          <a:solidFill>
            <a:srgbClr val="24283B"/>
          </a:solidFill>
          <a:ln w="19050">
            <a:solidFill>
              <a:srgbClr val="9ECE6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78353" y="2055876"/>
            <a:ext cx="54864" cy="1654048"/>
          </a:xfrm>
          <a:prstGeom prst="roundRect">
            <a:avLst>
              <a:gd name="adj" fmla="val 50000"/>
            </a:avLst>
          </a:prstGeom>
          <a:solidFill>
            <a:srgbClr val="9ECE6A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233" y="2147316"/>
            <a:ext cx="219456" cy="21945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535553" y="21290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CE6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Documento PDF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8237861" y="255270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Grafica fissa ad alta qualità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8237861" y="288925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Ottimo per stampare o inviare via email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8237861" y="322580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Si legge bene su qualsiasi dispositivo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5F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Esempio Pratico di Codice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Guardate quanto è facile e leggibile il testo!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6160616" cy="1828800"/>
          </a:xfrm>
          <a:prstGeom prst="roundRect">
            <a:avLst>
              <a:gd name="adj" fmla="val 4000"/>
            </a:avLst>
          </a:prstGeom>
          <a:solidFill>
            <a:srgbClr val="16161E"/>
          </a:solidFill>
          <a:ln w="19050">
            <a:solidFill>
              <a:srgbClr val="2F35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3550" y="21290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0710" y="21290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7870" y="21290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7558" y="2348484"/>
            <a:ext cx="575828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0CA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"La mia presentazione"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0CA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hero title="Yumia" subtitle="Progetto Web Dev"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0CA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grid columns=3 gap=20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0CA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"1" label="File sorgente"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0CA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"3" label="Formati generati"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0CA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"0" label="Fatica grafica"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744801" y="2019300"/>
            <a:ext cx="5040504" cy="2063750"/>
          </a:xfrm>
          <a:prstGeom prst="roundRect">
            <a:avLst>
              <a:gd name="adj" fmla="val 3545"/>
            </a:avLst>
          </a:prstGeom>
          <a:solidFill>
            <a:srgbClr val="24283B"/>
          </a:solidFill>
          <a:ln w="19050">
            <a:solidFill>
              <a:srgbClr val="7AA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3089" y="2055876"/>
            <a:ext cx="54864" cy="1990598"/>
          </a:xfrm>
          <a:prstGeom prst="roundRect">
            <a:avLst>
              <a:gd name="adj" fmla="val 50000"/>
            </a:avLst>
          </a:prstGeom>
          <a:solidFill>
            <a:srgbClr val="7AA2F7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5969" y="2147316"/>
            <a:ext cx="219456" cy="21945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220289" y="2129028"/>
            <a:ext cx="43364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Perché è comodo?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922597" y="2552700"/>
            <a:ext cx="468491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Si legge come una normale lista ordinata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922597" y="2889250"/>
            <a:ext cx="468491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Nessun codice complicato o simboli strani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922597" y="3225800"/>
            <a:ext cx="468491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 vuoi cambiare una parola, ci metti 2 secondi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922597" y="3562350"/>
            <a:ext cx="468491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Si salva su GitHub come qualsiasi progetto web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5F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Componenti Pronti all'Uso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Tutto quello che serve per spiegare bene qualsiasi argomento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7AA2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7AA2F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558" y="214731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81878" y="21290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Schede e Colonne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84185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dividere i punti chiave ed evidenziare i concetti importanti.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33228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7DC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51516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7DC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396" y="214731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08716" y="21290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C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Numeri in Evidenza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411023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Grandi metriche con etichette per mostrare subito dati importanti.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60065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E0AF6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78353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E0AF68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233" y="2147316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35553" y="21290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F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Schemi e Flussi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237861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Frecce e passaggi chiari per spiegare come funziona un processo.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406390" y="33909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7DC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24678" y="34274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7DCF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558" y="3518916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81878" y="35006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C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Confronti a Due Lati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584185" y="39243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Perfetti per mettere a paragone due idee (Prima vs Dopo).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233228" y="33909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9ECE6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251516" y="34274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9ECE6A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396" y="3518916"/>
            <a:ext cx="219456" cy="21945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708716" y="35006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CE6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Tabelle e Liste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4411023" y="392430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elenchi ordinati di informazioni e dati di sintesi.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060065" y="33909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F7768E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078353" y="34274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F7768E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1233" y="3518916"/>
            <a:ext cx="219456" cy="21945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535553" y="35006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768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Grafici &amp; Icone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8237861" y="39243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Grafici a barre, ciambelle e oltre 10.000 icone vettoriali integrate.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5F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Controllo Qualità Automatico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assistente che ti avvisa se la slide è poco leggibile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5600560" cy="2063750"/>
          </a:xfrm>
          <a:prstGeom prst="roundRect">
            <a:avLst>
              <a:gd name="adj" fmla="val 3545"/>
            </a:avLst>
          </a:prstGeom>
          <a:solidFill>
            <a:srgbClr val="24283B"/>
          </a:solidFill>
          <a:ln w="19050">
            <a:solidFill>
              <a:srgbClr val="7AA2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1990598"/>
          </a:xfrm>
          <a:prstGeom prst="roundRect">
            <a:avLst>
              <a:gd name="adj" fmla="val 50000"/>
            </a:avLst>
          </a:prstGeom>
          <a:solidFill>
            <a:srgbClr val="7AA2F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558" y="214731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81878" y="2129028"/>
            <a:ext cx="4896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Cosa controlla Yumia per te?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84185" y="2552700"/>
            <a:ext cx="52449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 c'è troppo testo e la slide diventa pesante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84185" y="2889250"/>
            <a:ext cx="52449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 il colore del testo si legge bene sullo sfondo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84185" y="3225800"/>
            <a:ext cx="52449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 gli elementi sono troppo vicini ai bordi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84185" y="3562350"/>
            <a:ext cx="52449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 ci sono slide vuote o incomplete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184745" y="2019300"/>
            <a:ext cx="5600560" cy="1155700"/>
          </a:xfrm>
          <a:prstGeom prst="roundRect">
            <a:avLst>
              <a:gd name="adj" fmla="val 6330"/>
            </a:avLst>
          </a:prstGeom>
          <a:solidFill>
            <a:srgbClr val="24283B"/>
          </a:solidFill>
          <a:ln w="25400">
            <a:solidFill>
              <a:srgbClr val="E0AF6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7625" y="2165604"/>
            <a:ext cx="201168" cy="20116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623657" y="2165604"/>
            <a:ext cx="4978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AF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Esempio di Avviso Semplice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367625" y="2494788"/>
            <a:ext cx="5234800" cy="5521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Avviso: Hai inserito troppo testo in questa slide! Suggerimento: Dividi il contenuto in due schede o in una seconda slide per renderla più chiara.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7384825" y="3352800"/>
            <a:ext cx="3200400" cy="330200"/>
          </a:xfrm>
          <a:prstGeom prst="roundRect">
            <a:avLst>
              <a:gd name="adj" fmla="val 41538"/>
            </a:avLst>
          </a:prstGeom>
          <a:solidFill>
            <a:srgbClr val="24283B"/>
          </a:solidFill>
          <a:ln w="19050">
            <a:solidFill>
              <a:srgbClr val="9ECE6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384825" y="3352800"/>
            <a:ext cx="3200400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ECE6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CONTROLLO WCAG E ACCESSIBILITÀ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5F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e l'Intelligenza Artificiale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sintassi perfetta da far scrivere agli assistenti AI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5460858" cy="2108200"/>
          </a:xfrm>
          <a:prstGeom prst="roundRect">
            <a:avLst>
              <a:gd name="adj" fmla="val 4337"/>
            </a:avLst>
          </a:prstGeom>
          <a:solidFill>
            <a:srgbClr val="24283B"/>
          </a:solidFill>
          <a:ln w="19050">
            <a:solidFill>
              <a:srgbClr val="2F35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3550" y="2156460"/>
            <a:ext cx="51865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Chiedere all'AI codice normale (HTML/CSS)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24448" y="2019300"/>
            <a:ext cx="5460858" cy="2108200"/>
          </a:xfrm>
          <a:prstGeom prst="roundRect">
            <a:avLst>
              <a:gd name="adj" fmla="val 4337"/>
            </a:avLst>
          </a:prstGeom>
          <a:solidFill>
            <a:srgbClr val="24283B"/>
          </a:solidFill>
          <a:ln w="19050">
            <a:solidFill>
              <a:srgbClr val="2F35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61608" y="2156460"/>
            <a:ext cx="51865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Chiedere all'AI testo Yumia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03824" y="2881376"/>
            <a:ext cx="384048" cy="384048"/>
          </a:xfrm>
          <a:prstGeom prst="ellipse">
            <a:avLst/>
          </a:prstGeom>
          <a:solidFill>
            <a:srgbClr val="24283B"/>
          </a:solidFill>
          <a:ln w="19050">
            <a:solidFill>
              <a:srgbClr val="7AA2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03824" y="288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133521" y="2552700"/>
            <a:ext cx="2057400" cy="330200"/>
          </a:xfrm>
          <a:prstGeom prst="roundRect">
            <a:avLst>
              <a:gd name="adj" fmla="val 41538"/>
            </a:avLst>
          </a:prstGeom>
          <a:solidFill>
            <a:srgbClr val="24283B"/>
          </a:solidFill>
          <a:ln w="19050">
            <a:solidFill>
              <a:srgbClr val="F7768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33521" y="2552700"/>
            <a:ext cx="2057400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7768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SPESSO SI ROMPE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4185" y="29718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Layout sballati e testi che si sovrappongono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84185" y="33274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Troppe righe di codice difficili da correggere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84185" y="36830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Colori e font spesso poco armoniosi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000774" y="2552700"/>
            <a:ext cx="2057400" cy="330200"/>
          </a:xfrm>
          <a:prstGeom prst="roundRect">
            <a:avLst>
              <a:gd name="adj" fmla="val 41538"/>
            </a:avLst>
          </a:prstGeom>
          <a:solidFill>
            <a:srgbClr val="24283B"/>
          </a:solidFill>
          <a:ln w="19050">
            <a:solidFill>
              <a:srgbClr val="9ECE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0774" y="2552700"/>
            <a:ext cx="2057400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ECE6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SEMPRE PERFETTO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51439" y="29718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L'AI scrive poche righe semplici e ordinate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51439" y="33274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Yumia garantisce che la grafica sia perfetta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51439" y="36830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 vuoi cambiare qualcosa, lo fai in un attimo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5F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Tempo Risparmiato con Yumia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Meno tempo perso sulla grafica, più spazio ai contenuti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06390" y="2019300"/>
          <a:ext cx="5824582" cy="19685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8768" y="2019300"/>
            <a:ext cx="5376538" cy="2127250"/>
          </a:xfrm>
          <a:prstGeom prst="roundRect">
            <a:avLst>
              <a:gd name="adj" fmla="val 3439"/>
            </a:avLst>
          </a:prstGeom>
          <a:solidFill>
            <a:srgbClr val="24283B"/>
          </a:solidFill>
          <a:ln w="19050">
            <a:solidFill>
              <a:srgbClr val="7AA2F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27056" y="2055876"/>
            <a:ext cx="54864" cy="2054098"/>
          </a:xfrm>
          <a:prstGeom prst="roundRect">
            <a:avLst>
              <a:gd name="adj" fmla="val 50000"/>
            </a:avLst>
          </a:prstGeom>
          <a:solidFill>
            <a:srgbClr val="7AA2F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9936" y="2147316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884256" y="2129028"/>
            <a:ext cx="46724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Perché tanta differenza?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6586563" y="2552700"/>
            <a:ext cx="502094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spostamenti manuali di caselle col mouse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586563" y="2889250"/>
            <a:ext cx="502094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Palette di colori e layout calcolati in un secondo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6586563" y="3225800"/>
            <a:ext cx="502094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Aggiornamenti immediati su tutte le slide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816877" y="3562350"/>
            <a:ext cx="2560320" cy="330200"/>
          </a:xfrm>
          <a:prstGeom prst="roundRect">
            <a:avLst>
              <a:gd name="adj" fmla="val 41538"/>
            </a:avLst>
          </a:prstGeom>
          <a:solidFill>
            <a:srgbClr val="24283B"/>
          </a:solidFill>
          <a:ln w="19050">
            <a:solidFill>
              <a:srgbClr val="9ECE6A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6877" y="3562350"/>
            <a:ext cx="2560320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ECE6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RISPARMIO DI OLTRE L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06390" y="4324350"/>
            <a:ext cx="11378916" cy="774700"/>
          </a:xfrm>
          <a:prstGeom prst="roundRect">
            <a:avLst>
              <a:gd name="adj" fmla="val 9443"/>
            </a:avLst>
          </a:prstGeom>
          <a:solidFill>
            <a:srgbClr val="24283B"/>
          </a:solidFill>
          <a:ln w="25400">
            <a:solidFill>
              <a:srgbClr val="9ECE6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270" y="4470654"/>
            <a:ext cx="201168" cy="20116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5302" y="4470654"/>
            <a:ext cx="107571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CE6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Efficienza Immediata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589270" y="4799838"/>
            <a:ext cx="1101315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 Yumia passi subito dai tuoi appunti alla presentazione pronta senza stress.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5F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Cosa Vogliamo Aggiungere in Futuro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prossimi passi per rendere Yumia ancora più completo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89270" y="2247900"/>
            <a:ext cx="11013156" cy="27432"/>
          </a:xfrm>
          <a:prstGeom prst="rect">
            <a:avLst/>
          </a:prstGeom>
          <a:solidFill>
            <a:srgbClr val="2F354A"/>
          </a:solidFill>
          <a:ln/>
        </p:spPr>
      </p:sp>
      <p:sp>
        <p:nvSpPr>
          <p:cNvPr id="5" name="Shape 3"/>
          <p:cNvSpPr/>
          <p:nvPr/>
        </p:nvSpPr>
        <p:spPr>
          <a:xfrm>
            <a:off x="2211436" y="217474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7AA2F7"/>
          </a:solidFill>
          <a:ln w="25400">
            <a:solidFill>
              <a:srgbClr val="1A1B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06390" y="2412492"/>
            <a:ext cx="37929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DC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Fase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2110" y="2659380"/>
            <a:ext cx="3701532" cy="51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Nuovi Temi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Stili grafici moderni, accademici ed eleganti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04408" y="217474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7AA2F7"/>
          </a:solidFill>
          <a:ln w="25400">
            <a:solidFill>
              <a:srgbClr val="1A1B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99362" y="2412492"/>
            <a:ext cx="37929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DC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Fase 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245082" y="2659380"/>
            <a:ext cx="3701532" cy="51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Lavoro di Gruppo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Collaborazione live via web con i compagni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797379" y="217474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7AA2F7"/>
          </a:solidFill>
          <a:ln w="25400">
            <a:solidFill>
              <a:srgbClr val="1A1B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92334" y="2412492"/>
            <a:ext cx="37929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DC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Fase 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38054" y="2659380"/>
            <a:ext cx="3701532" cy="51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Anteprima Live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Rendering immediato mentre scrivi il testo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06390" y="3213100"/>
            <a:ext cx="11378916" cy="774700"/>
          </a:xfrm>
          <a:prstGeom prst="roundRect">
            <a:avLst>
              <a:gd name="adj" fmla="val 9443"/>
            </a:avLst>
          </a:prstGeom>
          <a:solidFill>
            <a:srgbClr val="24283B"/>
          </a:solidFill>
          <a:ln w="25400">
            <a:solidFill>
              <a:srgbClr val="7DCFFF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270" y="3359404"/>
            <a:ext cx="201168" cy="20116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45302" y="3359404"/>
            <a:ext cx="107571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DC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Sviluppo Aperto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89270" y="3688588"/>
            <a:ext cx="1101315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progetto in costante evoluzione per semplificare la vita a studenti e sviluppatori.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5F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65980" y="479552"/>
            <a:ext cx="2459736" cy="237744"/>
          </a:xfrm>
          <a:prstGeom prst="roundRect">
            <a:avLst>
              <a:gd name="adj" fmla="val 61538"/>
            </a:avLst>
          </a:prstGeom>
          <a:solidFill>
            <a:srgbClr val="24283B"/>
          </a:solidFill>
          <a:ln w="19050">
            <a:solidFill>
              <a:srgbClr val="7AA2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865980" y="479552"/>
            <a:ext cx="2459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DOMANDE &amp; CURIOSITÀ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06390" y="808736"/>
            <a:ext cx="1137891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0CA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Grazie per l'attenzione!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06390" y="1247648"/>
            <a:ext cx="11378916" cy="239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65F8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Yumia: descrivi le tue idee, al resto pensa il codice.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6390" y="17018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7AA2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4678" y="17383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7AA2F7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558" y="1829816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81878" y="18115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A2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Spazio Domande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84185" y="22352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Chiarimenti, curiosità e domande sul funzionamento di Yumia.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233228" y="17018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7DC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251516" y="17383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7DCF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396" y="1829816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08716" y="18115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C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Dimostrazione Live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411023" y="22352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Disponibile a mostrare la generazione istantanea dei file.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060065" y="17018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24283B"/>
          </a:solidFill>
          <a:ln w="19050">
            <a:solidFill>
              <a:srgbClr val="9ECE6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078353" y="17383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9ECE6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233" y="1829816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535553" y="1811528"/>
            <a:ext cx="3021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CE6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Classe 25726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8237861" y="22352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Progetto per il corso di Web Dev presentato da Biagio Scaglia.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406390" y="3149600"/>
            <a:ext cx="11378916" cy="774700"/>
          </a:xfrm>
          <a:prstGeom prst="roundRect">
            <a:avLst>
              <a:gd name="adj" fmla="val 9443"/>
            </a:avLst>
          </a:prstGeom>
          <a:solidFill>
            <a:srgbClr val="24283B"/>
          </a:solidFill>
          <a:ln w="25400">
            <a:solidFill>
              <a:srgbClr val="9ECE6A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270" y="3295904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45302" y="3295904"/>
            <a:ext cx="107571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CE6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Spazio alle Domande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89270" y="3625088"/>
            <a:ext cx="1101315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0CA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Sono a disposizione per chiarimenti, dimostrazioni pratiche e domande della classe e del docente!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5F8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Yumia — Creare Presentazioni con Semplicità</dc:title>
  <dc:subject>PptxGenJS Presentation</dc:subject>
  <dc:creator>Biagio Scaglia</dc:creator>
  <cp:lastModifiedBy>Biagio Scaglia</cp:lastModifiedBy>
  <cp:revision>1</cp:revision>
  <dcterms:created xsi:type="dcterms:W3CDTF">2026-09-07T14:27:20Z</dcterms:created>
  <dcterms:modified xsi:type="dcterms:W3CDTF">2026-09-07T14:27:20Z</dcterms:modified>
</cp:coreProperties>
</file>