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 a questa presentazione su Yumia.
Oggi esploreremo come Yumia ridefinisce la creazione di presentazioni tecniche introducendo il concetto di Design Compiler: un approccio dichiarativo in cui l'autore descrive l'intento comunicativo e il compilatore genera output multipiattaforma garantiti e coerenti.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tool tradizionali come PowerPoint o Canva costringono gli sviluppatori a gestire manualmente pixel, forme e coordinate. Questo genera file binari pesanti e non versionabili con Git.
Inoltre, quando chiediamo a un'intelligenza artificiale di creare una slide in HTML/CSS grezzo, i risultati visivi sono spesso rotti o disallineati perché il modello non controlla la geometria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introduce il concetto di Design Intent. Invece di posizionare pixel a mano, usiamo blocchi semantici come hero, card, compare o chart.
Il motore di layout si occupa di calcolare spazi, allineamenti e palette cromatiche, garantendo che il risultato finale sia sempre professionale e privo di difetti visivi.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un solo file sorgente possiamo compilare verso tre formati completamente diversi:
1) HTML interattivo con navigazione e speaker view per presentare direttamente da browser;
2) PowerPoint con forme native e testo modificabile per i colleghi o clienti;
3) PDF vettoriale pronto per la stampa o la condivisione formale.
Nessun bisogno di riscrivere o ricreare le slide da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pipeline di Yumia si ispira ai compilatori tradizionali:
1. Il Parser analizza il file sorgente e genera l'AST;
2. Il Design Linter controlla contrasti, densità e accessibilità;
3. Il Theme Engine risolve palette, font e icone;
4. Il Layout Engine calcola bounding box e posizioni in coordinate assolute;
5. I Renderer emettono il codice nativo per ciascun formato di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L'AST non memorizza 'rettangolo blu a x=100 y=200', ma memorizza 'Elemento Card con variante Accent e ruolo primario'.
Questo disaccoppiamento permette ai renderer di interpretare lo stesso elemento semantico nel modo più efficace per ogni formato di destinazione.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potete vedere da questo frammento, il codice Native Yumia è essenziale e intuitivo.
Con poche righe dichiariamo il documento, il tema, una slide con titolo hero e una griglia con tre metriche.
Non c'è bisogno di scrivere codice CSS, div annidati o coordinate numeriche.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fondamentale sottolineare come lavorano i tre renderer:
L'HTML offre interattività e speaker view;
Il renderer PPTX non incolla immagini, ma genera veri oggetti e forme vettoriali OpenXML modificabili all'interno di Microsoft PowerPoint;
Il renderer PDF produce documenti vettoriali perfetti per la stampa e l'archiviazione.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Proprio come usiamo ESLint o i compilatori per trovare errori logici nel codice sorgente, il Design Linter di Yumia analizza le slide per individuare problemi di design: testo troppo denso, scarso contrasto cromatico o sovrapposizioni, restituendo suggerimenti operativi.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CLI di Yumia offre un set completo di comandi:
- validate ed explain per analizzare sintassi e ritmo visivo;
- dev per avere un server locale con hot-reload e inspector;
- check per eseguire l'audit di contrasto e densità;
- build e deploy per compilare e pubblicare in automatico nei pipeline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LLM hanno difficoltà a calcolare geometrie esatte e layout CSS complessi. Con Yumia, il modello di AI deve solo generare blocchi semantici concisi come card o compare.
Il compilatore si fa carico di renderizzare tutto alla perfezione, riducendo drasticamente il tasso di allucinazioni e codice malformato.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integra direttamente nella sintassi diagrammi di flusso, diagrammi di sequenza, grafici di dati, timeline e formule matematiche LaTeX.
Questo elimina la necessità di fare screenshot da tool esterni o incollare immagini a bassa risoluzione.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offre una doppia compatibilità:
supporta sia file Markdown standard con blocchi di direttive, sia la nuova sintassi Native Yumia, più concisa e priva di boilerplate.
Un tool di migrazione integrato consente di convertire i file in modo completamente trasparente.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importante mantenere uno sguardo critico e trasparente sullo stato del progetto:
Yumia ha già solidi punti di forza nella versionabilità e nella compilazione multi-target.
I prossimi passi si concentreranno sull'affinamento dei casi limite nei renderer e sullo sviluppo di estensioni IDE e funzionalità di collaborazione in tempo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conclusione, Yumia dimostra come i principi dell'ingegneria del software — compilatori, AST, linter e separazione delle responsabilità — possano essere applicati con successo alla comunicazione visiva.
Grazie per l'attenzione: sono a vostra completa disposizione per domande e approfondimenti tecnici.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67148" y="680720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67148" y="680720"/>
            <a:ext cx="2057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COMPILER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390" y="1119632"/>
            <a:ext cx="113789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06390" y="1832864"/>
            <a:ext cx="113789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linguaggio dichiarativo per documenti visivi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6390" y="2290064"/>
            <a:ext cx="113789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[Classe / Corso] • [Data della presentazione]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90" y="1727200"/>
            <a:ext cx="113789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[Nome e Cognome]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 delle presentazioni tecniche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creare slide tecniche è complesso e inefficiente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Approccio Tradizionale (WYSIWYG / Manuale)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Problemi &amp; Limiti Strutturali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273735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2E48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273735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06470" y="2216150"/>
            <a:ext cx="3200400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6470" y="2216150"/>
            <a:ext cx="32004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 VISUALI &amp; SLIDE EDITOR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86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Disposizione manuale di box di testo e forme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8786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Formattazione incoerente che degrada nel tempo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8786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binari opachi non versionabili con Git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8786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Rischio costante di disallineamenti tra formati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03697" y="2216150"/>
            <a:ext cx="2962656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03697" y="2216150"/>
            <a:ext cx="296265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ATTRITI DI SVILUPPO &amp; AI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7142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riutilizzabilità tra documentazione e slide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37142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Frammentazione tra Markdown, HTML e PPTX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37142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Gli LLM faticano a generare layout geometrici stabili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37142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test automatico di qualità visiva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soluzione: Il Design Compiler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Dall'intento comunicativo alla composizione automatica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1778000"/>
          </a:xfrm>
          <a:prstGeom prst="roundRect">
            <a:avLst>
              <a:gd name="adj" fmla="val 4114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704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Intento vs Geometria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diciamo al computer 'disegna un rettangolo a coordinate (x,y)', ma 'crea una Card per evidenziare una funzionalità'.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8627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6915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7227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Semantici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61822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Primitive di alto livello: hero, metric, card, grid, compare, timeline, chart e diagram.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0864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9152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464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Deterministico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14059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motore di calcolo automatico distribuisce spazi, gap, contrasti e gerarchie visive senza overflow.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6390" y="39116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3550" y="3984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Cambio di paradigma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3550" y="43047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 separa radicalmente il contenuto dal rendering visivo: lo sviluppatore scrive la semantica, il compilatore applica il design system.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Un'unica sorgente, più formati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Compilazione Multi-Target da una Singola Sorgente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06390" y="1778000"/>
            <a:ext cx="113789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Flusso di Trasformazione Multi-Target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69778" y="2191868"/>
            <a:ext cx="188626" cy="1091336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001535" y="3283204"/>
            <a:ext cx="188626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7133291" y="2919425"/>
            <a:ext cx="188626" cy="363779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133291" y="3283204"/>
            <a:ext cx="188626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133291" y="3283204"/>
            <a:ext cx="188626" cy="363779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926648" y="2070608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1512" y="2125472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 Yu…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58404" y="3161944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13268" y="3216808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 Semanti…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90161" y="3161944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025" y="3216808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Syst…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21917" y="2798166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6781" y="2853030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 Intera…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1917" y="3161944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76781" y="3216808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PowerPoint …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21917" y="3525723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76781" y="3580587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 Vettori…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26648" y="2434387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81512" y="2489251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926648" y="2798166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81512" y="2853030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926648" y="3161944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FFE6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81512" y="3216808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926648" y="3525723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81512" y="3580587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926648" y="3889502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81512" y="3944366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PowerPoint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926648" y="4253281"/>
            <a:ext cx="943130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FF00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981512" y="4308145"/>
            <a:ext cx="833402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06390" y="46736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3550" y="4746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Principio Single Source of Truth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3550" y="50667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unico file di testo (.yumia) compilabile istantaneamente per il web, per presentazioni aziendali modificabili e per la stampa/distribuzione fissa.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Architettura della Pipeline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Dalla sintassi al rendering finale: la pipeline a 7 stadi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06390" y="1778000"/>
            <a:ext cx="113789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di Compilazione Deterministica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782933" y="2191868"/>
            <a:ext cx="188626" cy="1091336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892234" y="3283204"/>
            <a:ext cx="188626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001535" y="3283204"/>
            <a:ext cx="188626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110835" y="3283204"/>
            <a:ext cx="188626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220136" y="3283204"/>
            <a:ext cx="188626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62258" y="2070608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17122" y="2125472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 DSL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71559" y="3161944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6423" y="3216808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Parser AST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80860" y="3161944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35724" y="3216808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Lint…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0161" y="3161944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45025" y="3216808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Theme Engine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299461" y="3161944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54325" y="3216808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Engi…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408762" y="3161944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63626" y="3216808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Renderer Mu…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62258" y="2434387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17122" y="2489251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62258" y="2798166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17122" y="2853030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862258" y="3161944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FFE6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17122" y="3216808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62258" y="3525723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17122" y="3580587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862258" y="3889502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17122" y="3944366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862258" y="4253281"/>
            <a:ext cx="920675" cy="242519"/>
          </a:xfrm>
          <a:prstGeom prst="roundRect">
            <a:avLst>
              <a:gd name="adj" fmla="val 30163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17122" y="4308145"/>
            <a:ext cx="810947" cy="1327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Renderer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06390" y="46736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3550" y="4746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deterministica a passate isolate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3550" y="50667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stadio trasforma il modello dati in modo puro: dal parsing sintattico all'AST, dal controllo qualità al calcolo geometrico e all'emissione su DOM, OpenXML o PDFKit.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L'AST e il Design Intent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Rappresentazione intermedia del significato e della struttura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3403600"/>
          </a:xfrm>
          <a:prstGeom prst="roundRect">
            <a:avLst>
              <a:gd name="adj" fmla="val 2149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33304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AST: Abstract Syntax Tree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51941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Struttura dati intermedia ad albero che incapsula il contenuto, la gerarchia logica e i vincoli semantici di presentazione.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30014" y="3225800"/>
            <a:ext cx="1353312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30014" y="3225800"/>
            <a:ext cx="1353312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EMPHASIS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80306" y="3689350"/>
            <a:ext cx="1252728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0306" y="3689350"/>
            <a:ext cx="1252728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DENSITY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79722" y="4152900"/>
            <a:ext cx="1453896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79722" y="4152900"/>
            <a:ext cx="145389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HIERARCHY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58030" y="4616450"/>
            <a:ext cx="1097280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8030" y="4616450"/>
            <a:ext cx="109728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84745" y="1778000"/>
            <a:ext cx="5600560" cy="2413000"/>
          </a:xfrm>
          <a:prstGeom prst="roundRect">
            <a:avLst>
              <a:gd name="adj" fmla="val 3032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03033" y="1814576"/>
            <a:ext cx="54864" cy="2339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413345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Semantici Astratti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87940" y="23622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Struttura: Hero, Heading, Paragraph, Columns, Grid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87940" y="27940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Dati &amp; Logica: Metric, Card, Compare, Timeline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87940" y="32258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Visuali: Diagram, Sequence, Class, Chart, Table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7940" y="36576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Annotazioni: Badge, Callout, Math, Notes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Codice Native Yumia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Sintassi pulita, dichiarativa e basata su indentazione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6160616" cy="1905000"/>
          </a:xfrm>
          <a:prstGeom prst="roundRect">
            <a:avLst>
              <a:gd name="adj" fmla="val 384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18877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18877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18877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9270" y="2070608"/>
            <a:ext cx="5794856" cy="1539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 "Yumia Demo"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 "cyberpunk"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aspectRatio "16:9"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"Yumia in azione"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 title="Design Compiler" subtitle="Dall'intento al documento visivo" badge="Demo"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columns=3 gap=20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"1" label="Sorgente"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"3" label="Formati"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"0" label="Layout manuale"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44801" y="1778000"/>
            <a:ext cx="5040504" cy="2819400"/>
          </a:xfrm>
          <a:prstGeom prst="roundRect">
            <a:avLst>
              <a:gd name="adj" fmla="val 2595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3089" y="1814576"/>
            <a:ext cx="54864" cy="27462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1" name="Text 9"/>
          <p:cNvSpPr/>
          <p:nvPr/>
        </p:nvSpPr>
        <p:spPr>
          <a:xfrm>
            <a:off x="6973401" y="1887728"/>
            <a:ext cx="4583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Caratteristiche del linguaggio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7996" y="2362200"/>
            <a:ext cx="46341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Struttura gerarchica pulita basata sull'indentazione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7996" y="2997200"/>
            <a:ext cx="46341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Componenti semantici senza CSS a basso livello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47996" y="3429000"/>
            <a:ext cx="46341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tag HTML di chiusura o sintassi verbosa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47996" y="3860800"/>
            <a:ext cx="46341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Perfettamente leggibile e modificabile in qualsiasi editor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Tre Output Principali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Generazione nativa e specializzata per ogni ecosistema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2616200"/>
          </a:xfrm>
          <a:prstGeom prst="roundRect">
            <a:avLst>
              <a:gd name="adj" fmla="val 2796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25430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HtmlRenderer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Presentazione web interattiva SPA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585" y="2794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Navigazione da tastiera e fullscreen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9585" y="34290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Modalità Speaker View con note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585" y="38608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Inspector visuale in tempo reale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58627" y="1778000"/>
            <a:ext cx="3674441" cy="3225800"/>
          </a:xfrm>
          <a:prstGeom prst="roundRect">
            <a:avLst>
              <a:gd name="adj" fmla="val 2268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6915" y="1814576"/>
            <a:ext cx="54864" cy="31526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7227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PptxRenderer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61822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Forme OpenXML native e testo modificabile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61822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Tabelle, card e grafici nativi Office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61822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screenshot o immagini statiche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61822" y="426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Modificabile su PowerPoint / Keynote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10864" y="1778000"/>
            <a:ext cx="3674441" cy="3022600"/>
          </a:xfrm>
          <a:prstGeom prst="roundRect">
            <a:avLst>
              <a:gd name="adj" fmla="val 242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9152" y="1814576"/>
            <a:ext cx="54864" cy="29494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464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PdfRenderer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14059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Rendering vettoriale ad alta definizione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14059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e tipografia rigorosamente fissati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14059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Ideale per dispense, esami e stampa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14059" y="4267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Dimensioni del file ottimizzate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Linter e Qualità Visiva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Analysis per la leggibilità e l'accessibilità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2844800"/>
          </a:xfrm>
          <a:prstGeom prst="roundRect">
            <a:avLst>
              <a:gd name="adj" fmla="val 2571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27716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Controlli Automatici di 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Densità informativa e carico cognitivo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585" y="27940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Verifica slide vuote o incomplete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9585" y="32258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Contrasto testo/sfondo secondo standard WCAG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585" y="36576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Rispetto della Safe Area e margini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9585" y="40894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Calcolo del Visual Score da 0 a 100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84745" y="1778000"/>
            <a:ext cx="5600560" cy="1879600"/>
          </a:xfrm>
          <a:prstGeom prst="roundRect">
            <a:avLst>
              <a:gd name="adj" fmla="val 3892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3033" y="1814576"/>
            <a:ext cx="54864" cy="18064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13345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Diagnostica CLI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87940" y="2362200"/>
            <a:ext cx="5194170" cy="1016000"/>
          </a:xfrm>
          <a:prstGeom prst="roundRect">
            <a:avLst>
              <a:gd name="adj" fmla="val 720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5100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62260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99420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70820" y="2654808"/>
            <a:ext cx="4828410" cy="65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[YUM004] Alta densità informativa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slide contiene troppi elementi complessi.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Suggerimento: dividere la slide o usare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 griglia di metriche.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06390" y="4800600"/>
            <a:ext cx="11378916" cy="654050"/>
          </a:xfrm>
          <a:prstGeom prst="roundRect">
            <a:avLst>
              <a:gd name="adj" fmla="val 1118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3550" y="4873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Prevenzione prima della build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3550" y="5193792"/>
            <a:ext cx="11104596" cy="1877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linter intercetta difetti grafici, errori tipografici e problemi di leggibilità prima di distribuire la presentazione.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 e Workflow di Sviluppo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L'esperienza di sviluppo pensata per sviluppatori e CI/CD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1524000"/>
          </a:xfrm>
          <a:prstGeom prst="roundRect">
            <a:avLst>
              <a:gd name="adj" fmla="val 480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450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Scrittura &amp; Validazione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09585" y="2362200"/>
            <a:ext cx="3268052" cy="660400"/>
          </a:xfrm>
          <a:prstGeom prst="roundRect">
            <a:avLst>
              <a:gd name="adj" fmla="val 11077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6745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3905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1065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2465" y="2654808"/>
            <a:ext cx="2902292" cy="29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validate pres.yumia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explain pres.yumia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8627" y="1778000"/>
            <a:ext cx="3674441" cy="1524000"/>
          </a:xfrm>
          <a:prstGeom prst="roundRect">
            <a:avLst>
              <a:gd name="adj" fmla="val 480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6915" y="1814576"/>
            <a:ext cx="54864" cy="1450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4" name="Text 12"/>
          <p:cNvSpPr/>
          <p:nvPr/>
        </p:nvSpPr>
        <p:spPr>
          <a:xfrm>
            <a:off x="4487227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Live Dev &amp; Audit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61822" y="2362200"/>
            <a:ext cx="3268052" cy="660400"/>
          </a:xfrm>
          <a:prstGeom prst="roundRect">
            <a:avLst>
              <a:gd name="adj" fmla="val 11077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8982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36142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73302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4702" y="2654808"/>
            <a:ext cx="2902292" cy="29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dev pres.yumia --open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check --optimize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10864" y="1778000"/>
            <a:ext cx="3674441" cy="1524000"/>
          </a:xfrm>
          <a:prstGeom prst="roundRect">
            <a:avLst>
              <a:gd name="adj" fmla="val 480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29152" y="1814576"/>
            <a:ext cx="54864" cy="1450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8339464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Build &amp; Deploy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314059" y="2362200"/>
            <a:ext cx="3268052" cy="660400"/>
          </a:xfrm>
          <a:prstGeom prst="roundRect">
            <a:avLst>
              <a:gd name="adj" fmla="val 11077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51219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588379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25539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6939" y="2654808"/>
            <a:ext cx="2902292" cy="29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build --format pptx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deploy --provider gh-pages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06390" y="3657600"/>
            <a:ext cx="11378916" cy="654050"/>
          </a:xfrm>
          <a:prstGeom prst="roundRect">
            <a:avLst>
              <a:gd name="adj" fmla="val 11184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3550" y="3730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integrabile in CI/CD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3550" y="4050792"/>
            <a:ext cx="11104596" cy="1877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commit su Git può validare le slide, generare la documentazione HTML e pubblicare la versione aggiornata su GitHub Pages.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e Intelligenza Artificiale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i linguaggi dichiarativi semantici superano l'HTML grezzo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 HTML / CSS Grezzo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 Yumia DSL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273735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2E48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273735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775634" y="2216150"/>
            <a:ext cx="2862072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75634" y="2216150"/>
            <a:ext cx="2862072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FRAGILE &amp; IMPREVEDIBILE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86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Allucinazioni di coordinate pixel e layout rotti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8786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Codice verboso con rischio di sintassi non valida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8786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Difficile da vincolare a un design system coerente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8786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Revisione manuale complessa per l'utente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54573" y="2216150"/>
            <a:ext cx="2660904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4573" y="2216150"/>
            <a:ext cx="2660904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ROBUSTO &amp; STRUTTURATO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7142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Generazione guidata da JSON Schema (yumia schema)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37142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Sintassi concisa focalizzata sul contenuto semantico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37142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Il motore garantisce allineamenti e layout perfetti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37142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Validazione deterministica automatica post-generazione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Funzionalità e Componenti Avanzati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ricco ecosistema integrato senza dipendenze esterne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 Provider Multipli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Supporto nativo a oltre 10.000 icone da Lucide, Material, Tabler e FontAwesome.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8627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6915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7227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Diagrammi Integrati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61822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Flowchart direzionali, Sequence diagram, architetture e diagrammi di classi UML.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0864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9152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464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Grafici &amp; Timeline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14059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Grafici a barre, ciambella, radar, gauge e timeline storiche generate nativamente.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6390" y="35052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4678" y="35417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00F0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4990" y="3614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&amp; Macro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585" y="40894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Creazione di blocchi riutilizzabili parametrici con la direttiva component.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58627" y="3505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76915" y="3541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4487227" y="3614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Binding 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61822" y="4089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Iterazione dinamica su dataset JSON o CSV per reportistica automatica.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10864" y="3505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9152" y="3541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FF0055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464" y="3614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Formule Matematiche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14059" y="4089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Rendering di formule scientifiche complesse in sintassi LaTeX / KaTeX.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Compatibilità e Percorso di Migrazione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Continuità garantita tra ecosistema Markdown e Native DSL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1346200"/>
          </a:xfrm>
          <a:prstGeom prst="roundRect">
            <a:avLst>
              <a:gd name="adj" fmla="val 5434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2730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Markdown Yumia (.yumia.md)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09585" y="2362200"/>
            <a:ext cx="5194170" cy="482600"/>
          </a:xfrm>
          <a:prstGeom prst="roundRect">
            <a:avLst>
              <a:gd name="adj" fmla="val 15158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6745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3905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1065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2465" y="2654808"/>
            <a:ext cx="4828410" cy="11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:::metric value="99%" label="Uptime" change="+1%" :::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6390" y="3302000"/>
            <a:ext cx="560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Compatibile con lettori Markdown standard, esteso tramite direttive semantiche.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4745" y="1778000"/>
            <a:ext cx="5600560" cy="1346200"/>
          </a:xfrm>
          <a:prstGeom prst="roundRect">
            <a:avLst>
              <a:gd name="adj" fmla="val 5434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3033" y="1814576"/>
            <a:ext cx="54864" cy="12730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5" name="Text 13"/>
          <p:cNvSpPr/>
          <p:nvPr/>
        </p:nvSpPr>
        <p:spPr>
          <a:xfrm>
            <a:off x="6413345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Native Yumia (.yumia)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87940" y="2362200"/>
            <a:ext cx="5194170" cy="482600"/>
          </a:xfrm>
          <a:prstGeom prst="roundRect">
            <a:avLst>
              <a:gd name="adj" fmla="val 15158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25100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62260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99420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70820" y="2654808"/>
            <a:ext cx="4828410" cy="11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"99%" label="Uptime" diff="+1%"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184745" y="3302000"/>
            <a:ext cx="560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Sintassi nativa più concisa, pulita e ottimizzata per i Design Compiler.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06390" y="39370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3550" y="40101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Utility di Migrazione Automatica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3550" y="43301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compilatore include tool di migrazione bidirezionale per consentire un passaggio progressivo senza perdere i contenuti esistenti.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Vantaggi, Limiti e Sviluppi Futuri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Valutazione dello stato attuale e roadmap del progetto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3657600"/>
          </a:xfrm>
          <a:prstGeom prst="roundRect">
            <a:avLst>
              <a:gd name="adj" fmla="val 200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35844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Vantaggi Attuali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Sorgente 100% versionabile con Git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585" y="2794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Tre output compilati da un unico 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9585" y="3429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e gerarchia visiva garantiti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585" y="4064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Linter automatico per design e WCAG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9585" y="4699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Integrazione nativa con workflow AI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8627" y="1778000"/>
            <a:ext cx="3674441" cy="3022600"/>
          </a:xfrm>
          <a:prstGeom prst="roundRect">
            <a:avLst>
              <a:gd name="adj" fmla="val 242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6915" y="1814576"/>
            <a:ext cx="54864" cy="29494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87227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Aspetti da Consolidare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61822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Parità totale di rendering su edge case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61822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Estensione della copertura dei test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61822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Supporto a font e asset esterni complessi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61822" y="4267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Documentazione di scenari avanzati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10864" y="1778000"/>
            <a:ext cx="3674441" cy="3225800"/>
          </a:xfrm>
          <a:prstGeom prst="roundRect">
            <a:avLst>
              <a:gd name="adj" fmla="val 226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152" y="1814576"/>
            <a:ext cx="54864" cy="31526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21" name="Text 19"/>
          <p:cNvSpPr/>
          <p:nvPr/>
        </p:nvSpPr>
        <p:spPr>
          <a:xfrm>
            <a:off x="8339464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Sviluppi Futuri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14059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Editor visuale WYSIWYG bidirezionale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14059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Collaborazione in tempo reale su browser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14059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Integrazione con modelli LLM in locale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314059" y="426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Plugin per VS Code ed estensioni IDE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17440" y="680720"/>
            <a:ext cx="1956816" cy="292608"/>
          </a:xfrm>
          <a:prstGeom prst="roundRect">
            <a:avLst>
              <a:gd name="adj" fmla="val 5000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17440" y="680720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AS CODE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390" y="1119632"/>
            <a:ext cx="1137891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Descrivere ciò che si vuole comunicare,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06390" y="2290064"/>
            <a:ext cx="113789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lasciare al compilatore il compito di comporlo.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6390" y="1600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4678" y="1636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8" name="Text 6"/>
          <p:cNvSpPr/>
          <p:nvPr/>
        </p:nvSpPr>
        <p:spPr>
          <a:xfrm>
            <a:off x="634990" y="1709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Separazione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9585" y="2184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contenuto è completamente disaccoppiato dalle coordinate grafiche.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8627" y="1600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76915" y="1636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87227" y="1709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Flessibilità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61822" y="2184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singolo sorgente produce Web interattivo, PowerPoint nativo e PDF.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10864" y="1600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29152" y="1636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6" name="Text 14"/>
          <p:cNvSpPr/>
          <p:nvPr/>
        </p:nvSpPr>
        <p:spPr>
          <a:xfrm>
            <a:off x="8339464" y="1709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Futuro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14059" y="2184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ponte naturale tra sviluppatori, designer e intelligenza artificiale.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06390" y="3276600"/>
            <a:ext cx="11378916" cy="654050"/>
          </a:xfrm>
          <a:prstGeom prst="roundRect">
            <a:avLst>
              <a:gd name="adj" fmla="val 1118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3550" y="3349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Sessione Q&amp;A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3550" y="3669792"/>
            <a:ext cx="11104596" cy="1877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Grazie per l'attenzione. Spazio per domande, chiarimenti e feedback della commissione.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Yumia — Un linguaggio dichiarativo per documenti visivi</dc:title>
  <dc:subject>PptxGenJS Presentation</dc:subject>
  <dc:creator>[Nome e Cognome]</dc:creator>
  <cp:lastModifiedBy>[Nome e Cognome]</cp:lastModifiedBy>
  <cp:revision>1</cp:revision>
  <dcterms:created xsi:type="dcterms:W3CDTF">2026-09-06T22:09:43Z</dcterms:created>
  <dcterms:modified xsi:type="dcterms:W3CDTF">2026-09-06T22:09:43Z</dcterms:modified>
</cp:coreProperties>
</file>