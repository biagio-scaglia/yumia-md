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Overview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81100"/>
            <a:ext cx="11378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 SCIENCE &amp; SYSTEMS LAB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06390" y="1546860"/>
            <a:ext cx="113789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Neural Architecture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06390" y="2415540"/>
            <a:ext cx="113789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Specification of Hybrid Classical-Quantum Distributed Ingestion &amp; Vector Processing Pipelines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6390" y="1765300"/>
            <a:ext cx="2286000" cy="347472"/>
          </a:xfrm>
          <a:prstGeom prst="roundRect">
            <a:avLst>
              <a:gd name="adj" fmla="val 39474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6390" y="176530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V2.4 PRODUCTION SPECIFICATION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Table of Contents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81100"/>
            <a:ext cx="113789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Outline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06390" y="1775460"/>
            <a:ext cx="5552298" cy="277114"/>
          </a:xfrm>
          <a:prstGeom prst="roundRect">
            <a:avLst>
              <a:gd name="adj" fmla="val 26398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6118" y="1749425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6" name="Text 4"/>
          <p:cNvSpPr/>
          <p:nvPr/>
        </p:nvSpPr>
        <p:spPr>
          <a:xfrm>
            <a:off x="516118" y="174942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09310" y="1830324"/>
            <a:ext cx="4957938" cy="167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Overview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775460"/>
            <a:ext cx="5552298" cy="277114"/>
          </a:xfrm>
          <a:prstGeom prst="roundRect">
            <a:avLst>
              <a:gd name="adj" fmla="val 26398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42736" y="1749425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0" name="Text 8"/>
          <p:cNvSpPr/>
          <p:nvPr/>
        </p:nvSpPr>
        <p:spPr>
          <a:xfrm>
            <a:off x="6342736" y="174942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35928" y="1830324"/>
            <a:ext cx="4957938" cy="167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Table of Contents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6390" y="2162302"/>
            <a:ext cx="5552298" cy="277114"/>
          </a:xfrm>
          <a:prstGeom prst="roundRect">
            <a:avLst>
              <a:gd name="adj" fmla="val 26398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6118" y="213626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16118" y="213626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09310" y="2217166"/>
            <a:ext cx="4957938" cy="167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Topology &amp; Neural Dispatch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3008" y="2162302"/>
            <a:ext cx="5552298" cy="277114"/>
          </a:xfrm>
          <a:prstGeom prst="roundRect">
            <a:avLst>
              <a:gd name="adj" fmla="val 26398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42736" y="213626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6342736" y="213626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35928" y="2217166"/>
            <a:ext cx="4957938" cy="167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Performance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06390" y="2549144"/>
            <a:ext cx="5552298" cy="277114"/>
          </a:xfrm>
          <a:prstGeom prst="roundRect">
            <a:avLst>
              <a:gd name="adj" fmla="val 26398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118" y="252310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516118" y="2523109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310" y="2604008"/>
            <a:ext cx="4957938" cy="167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Comparative Analysis &amp; Mathematical Model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33008" y="2549144"/>
            <a:ext cx="5552298" cy="277114"/>
          </a:xfrm>
          <a:prstGeom prst="roundRect">
            <a:avLst>
              <a:gd name="adj" fmla="val 26398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42736" y="252310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2736" y="2523109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35928" y="2604008"/>
            <a:ext cx="4957938" cy="167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Analytics &amp; Telemetry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06390" y="2935986"/>
            <a:ext cx="5552298" cy="277114"/>
          </a:xfrm>
          <a:prstGeom prst="roundRect">
            <a:avLst>
              <a:gd name="adj" fmla="val 26398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6118" y="2909951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30" name="Text 28"/>
          <p:cNvSpPr/>
          <p:nvPr/>
        </p:nvSpPr>
        <p:spPr>
          <a:xfrm>
            <a:off x="516118" y="290995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310" y="2990850"/>
            <a:ext cx="4957938" cy="167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Runtime Kernel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Topology &amp; Neural Dispatch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811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Vector-Compiled Distributed Ingestion Mesh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862619" y="20193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343290" y="20193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489752" y="18821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62"/>
                </a:solidFill>
              </a:rPr>
              <a:t>TLS 1.3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23962" y="20193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6970423" y="18821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62"/>
                </a:solidFill>
              </a:rPr>
              <a:t>gRPC Streaming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V="1">
            <a:off x="9304634" y="1809750"/>
            <a:ext cx="1024443" cy="209550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304634" y="2019300"/>
            <a:ext cx="1024443" cy="209550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451095" y="1986915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62"/>
                </a:solidFill>
              </a:rPr>
              <a:t>Hot Cache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6390" y="2038350"/>
            <a:ext cx="1456229" cy="-38100"/>
          </a:xfrm>
          <a:prstGeom prst="roundRect">
            <a:avLst>
              <a:gd name="adj" fmla="val -192000"/>
            </a:avLst>
          </a:prstGeom>
          <a:solidFill>
            <a:srgbClr val="F5F2EB"/>
          </a:solidFill>
          <a:ln w="25400">
            <a:solidFill>
              <a:srgbClr val="8B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110" y="2084070"/>
            <a:ext cx="1364789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Sensors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87062" y="2038350"/>
            <a:ext cx="1456229" cy="-38100"/>
          </a:xfrm>
          <a:prstGeom prst="roundRect">
            <a:avLst>
              <a:gd name="adj" fmla="val -192000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32782" y="2084070"/>
            <a:ext cx="1364789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Ingestion Broker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67733" y="2038350"/>
            <a:ext cx="1456229" cy="-38100"/>
          </a:xfrm>
          <a:prstGeom prst="roundRect">
            <a:avLst>
              <a:gd name="adj" fmla="val -192000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13453" y="2084070"/>
            <a:ext cx="1364789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Dispatcher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48405" y="2038350"/>
            <a:ext cx="1456229" cy="-38100"/>
          </a:xfrm>
          <a:prstGeom prst="roundRect">
            <a:avLst>
              <a:gd name="adj" fmla="val -192000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94125" y="2084070"/>
            <a:ext cx="1364789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Tensor Cores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329077" y="1828800"/>
            <a:ext cx="1456229" cy="-38100"/>
          </a:xfrm>
          <a:prstGeom prst="can">
            <a:avLst>
              <a:gd name="adj" fmla="val -192000"/>
            </a:avLst>
          </a:prstGeom>
          <a:solidFill>
            <a:srgbClr val="F5F2EB"/>
          </a:solidFill>
          <a:ln w="25400">
            <a:solidFill>
              <a:srgbClr val="8B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74797" y="1874520"/>
            <a:ext cx="1364789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Knowledge Base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329077" y="2247900"/>
            <a:ext cx="1456229" cy="-38100"/>
          </a:xfrm>
          <a:prstGeom prst="can">
            <a:avLst>
              <a:gd name="adj" fmla="val -192000"/>
            </a:avLst>
          </a:prstGeom>
          <a:solidFill>
            <a:srgbClr val="F5F2EB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74797" y="2293620"/>
            <a:ext cx="1364789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Redis Semantic Cache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Performance Evaluation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811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 Benchmarks Across Compute Clusters</a:t>
            </a:r>
            <a:endParaRPr lang="en-US" sz="3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Comparative Analysis &amp; Mathematical Model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811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Energy Convergence Formulation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828800"/>
            <a:ext cx="5506578" cy="381000"/>
          </a:xfrm>
          <a:prstGeom prst="roundRect">
            <a:avLst>
              <a:gd name="adj" fmla="val 24000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19659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Legacy Classical CPU / GPU Pipeline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828800"/>
            <a:ext cx="5506578" cy="381000"/>
          </a:xfrm>
          <a:prstGeom prst="roundRect">
            <a:avLst>
              <a:gd name="adj" fmla="val 24000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19659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Neural Tensor Pipeline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8688" y="18547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DACD"/>
          </a:solidFill>
          <a:ln/>
        </p:spPr>
      </p:sp>
      <p:sp>
        <p:nvSpPr>
          <p:cNvPr id="9" name="Text 7"/>
          <p:cNvSpPr/>
          <p:nvPr/>
        </p:nvSpPr>
        <p:spPr>
          <a:xfrm>
            <a:off x="5958688" y="18547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6390" y="2413000"/>
            <a:ext cx="11378916" cy="571500"/>
          </a:xfrm>
          <a:prstGeom prst="roundRect">
            <a:avLst>
              <a:gd name="adj" fmla="val 12800"/>
            </a:avLst>
          </a:prstGeom>
          <a:solidFill>
            <a:srgbClr val="F5F2EB"/>
          </a:solidFill>
          <a:ln w="15240">
            <a:solidFill>
              <a:srgbClr val="E0DAC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390" y="2413000"/>
            <a:ext cx="54864" cy="5715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3550" y="2413000"/>
            <a:ext cx="11104596" cy="5715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2C2B29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\mathcal{L}(\theta) = \mathbb{E}_{x \sim \mathcal{D}} \left[ \| f_\theta(x) - y \|_2^2 \right] + \lambda \sum_{i=1}^N \Omega(W_i)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Analytics &amp; Telemetry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811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 Allocation &amp; Workload Distribution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Runtime Kernel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811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Mesh &amp; Compiler Directives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828800"/>
            <a:ext cx="6705432" cy="838200"/>
          </a:xfrm>
          <a:prstGeom prst="roundRect">
            <a:avLst>
              <a:gd name="adj" fmla="val 5455"/>
            </a:avLst>
          </a:prstGeom>
          <a:solidFill>
            <a:srgbClr val="2C2B29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89270" y="1965960"/>
            <a:ext cx="6339672" cy="563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YumiaCompiler, createEngine } from '@yumiamd/core';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engine = createEngine({ target: 'multi-target' });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result = await engine.compile('presentation.yumia');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017" y="1828800"/>
            <a:ext cx="4470288" cy="381000"/>
          </a:xfrm>
          <a:prstGeom prst="roundRect">
            <a:avLst>
              <a:gd name="adj" fmla="val 19200"/>
            </a:avLst>
          </a:prstGeom>
          <a:solidFill>
            <a:srgbClr val="F5F2EB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52177" y="1901952"/>
            <a:ext cx="4195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Verified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52177" y="2221992"/>
            <a:ext cx="4195968" cy="-85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cluster nodes reporting optimal throughput with zero memory leaks.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017" y="2413000"/>
            <a:ext cx="2011680" cy="347472"/>
          </a:xfrm>
          <a:prstGeom prst="roundRect">
            <a:avLst>
              <a:gd name="adj" fmla="val 39474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017" y="241300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MTLS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017" y="2997200"/>
            <a:ext cx="2231136" cy="347472"/>
          </a:xfrm>
          <a:prstGeom prst="roundRect">
            <a:avLst>
              <a:gd name="adj" fmla="val 39474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017" y="2997200"/>
            <a:ext cx="22311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WCAG AAA VERIFIED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Neural Processing &amp; Distributed Visual Intelligence</dc:title>
  <dc:subject>PptxGenJS Presentation</dc:subject>
  <dc:creator>Biagio Scaglia</dc:creator>
  <cp:lastModifiedBy>Biagio Scaglia</cp:lastModifiedBy>
  <cp:revision>1</cp:revision>
  <dcterms:created xsi:type="dcterms:W3CDTF">2026-09-06T09:18:10Z</dcterms:created>
  <dcterms:modified xsi:type="dcterms:W3CDTF">2026-09-06T09:18:10Z</dcterms:modified>
</cp:coreProperties>
</file>